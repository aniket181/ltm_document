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501" r:id="rId6"/>
    <p:sldId id="2147470495" r:id="rId7"/>
    <p:sldId id="2147470496" r:id="rId8"/>
    <p:sldId id="2147470491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r>
              <a:rPr lang="en-IN" sz="3600" b="1" dirty="0">
                <a:solidFill>
                  <a:schemeClr val="bg1"/>
                </a:solidFill>
              </a:rPr>
              <a:t> 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93" y="6001220"/>
            <a:ext cx="2759092" cy="73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39502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Industrial equipment can develop faults due to abnormal operating conditions, component degradation and unexpected changes in sensor readings.</a:t>
            </a: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Traditional monitoring systems mainly rely on predefined thresholds and may fail to identify complex fault patterns or determine their root causes.</a:t>
            </a: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  <a:ea typeface="Tinos" pitchFamily="34" charset="-122"/>
                <a:cs typeface="Times New Roman" panose="02020603050405020304" pitchFamily="18" charset="0"/>
              </a:rPr>
              <a:t>Manual diagnosis requires domain expertise and can increase equipment downtime and maintenance costs.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</a:rPr>
              <a:t>The proposed project introduces an Agentic AI-based intelligent equipment monitoring system that combines Deep Learning, Time-Series Analysis, Agentic AI.</a:t>
            </a:r>
            <a:endParaRPr lang="en-US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442447" y="57036"/>
            <a:ext cx="874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89456"/>
            <a:ext cx="10624338" cy="5084233"/>
          </a:xfrm>
        </p:spPr>
        <p:txBody>
          <a:bodyPr/>
          <a:lstStyle/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Continuously monitor industrial equipment health using sensor data.</a:t>
            </a:r>
          </a:p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Detect abnormal equipment 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behavior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and potential faults.</a:t>
            </a:r>
          </a:p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Diagnose possible fault types and identify root causes.</a:t>
            </a:r>
          </a:p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Use Agentic AI to autonomously </a:t>
            </a:r>
            <a:r>
              <a:rPr lang="en-IN" dirty="0" err="1">
                <a:solidFill>
                  <a:schemeClr val="tx1"/>
                </a:solidFill>
                <a:latin typeface="+mn-lt"/>
              </a:rPr>
              <a:t>analyze</a:t>
            </a:r>
            <a:r>
              <a:rPr lang="en-IN" dirty="0">
                <a:solidFill>
                  <a:schemeClr val="tx1"/>
                </a:solidFill>
                <a:latin typeface="+mn-lt"/>
              </a:rPr>
              <a:t> equipment conditions.</a:t>
            </a:r>
          </a:p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Generate explainable maintenance recommendations.</a:t>
            </a:r>
          </a:p>
          <a:p>
            <a:pPr>
              <a:spcAft>
                <a:spcPts val="169"/>
              </a:spcAft>
            </a:pPr>
            <a:r>
              <a:rPr lang="en-IN" dirty="0">
                <a:solidFill>
                  <a:schemeClr val="tx1"/>
                </a:solidFill>
                <a:latin typeface="+mn-lt"/>
              </a:rPr>
              <a:t>Support predictive and condition-based maintenance. </a:t>
            </a:r>
          </a:p>
          <a:p>
            <a:pPr>
              <a:spcAft>
                <a:spcPts val="169"/>
              </a:spcAft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ts val="1221"/>
              </a:lnSpc>
              <a:spcAft>
                <a:spcPts val="169"/>
              </a:spcAft>
              <a:buNone/>
            </a:pPr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55996" y="127121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307977" y="57036"/>
            <a:ext cx="888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1. Equipment Monitoring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Motors, bearings, pumps &amp; rotating machinery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Sensor-based condition monitoring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2. Sensor Analysis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Vibration, temperature, RPM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Pressure, current &amp; operating conditions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3. Fault Diagnosis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Normal condition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Bearing, inner-race, outer-race &amp; rolling-element faults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Equipment degradation</a:t>
            </a:r>
          </a:p>
          <a:p>
            <a:pPr marL="0" lv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0" lv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092825" y="57036"/>
            <a:ext cx="90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2476-E9A4-04F3-E18E-333C09CA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62D283-9760-B802-F67B-BB8BA8662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4. Predictive Maintenance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Anomaly detection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Health assessment &amp; degradation monitoring 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Risk-based maintenance recommendations</a:t>
            </a:r>
          </a:p>
          <a:p>
            <a:pPr lvl="0"/>
            <a:endParaRPr lang="en-IN" dirty="0">
              <a:solidFill>
                <a:schemeClr val="tx1"/>
              </a:solidFill>
              <a:latin typeface="+mn-lt"/>
            </a:endParaRPr>
          </a:p>
          <a:p>
            <a:r>
              <a:rPr lang="en-IN" dirty="0">
                <a:solidFill>
                  <a:schemeClr val="tx1"/>
                </a:solidFill>
                <a:latin typeface="+mn-lt"/>
              </a:rPr>
              <a:t>5. Agentic AI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Data Analysis → Health Monitoring → Anomaly Detection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Fault Diagnosis → Root Cause → Risk → Maintenance</a:t>
            </a:r>
          </a:p>
          <a:p>
            <a:pPr marL="0" lv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0" lv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11CAE-BA43-C866-36C2-CCC3E07114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277B50-5347-CA69-18FD-2374EDFF85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9B0E0B-36C5-735E-D9FF-E8E69BE4E610}"/>
              </a:ext>
            </a:extLst>
          </p:cNvPr>
          <p:cNvSpPr txBox="1"/>
          <p:nvPr/>
        </p:nvSpPr>
        <p:spPr>
          <a:xfrm>
            <a:off x="3092825" y="57036"/>
            <a:ext cx="90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117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1. Retrieval-Augmented Generation — Lewis et al., 2020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Combines LLMs with external knowledge.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Retrieves relevant information before generating responses.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Application: Equipment manuals, fault information and maintenance recommendations.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  <a:latin typeface="+mn-lt"/>
              </a:rPr>
              <a:t>2. Deep Learning for Anomaly Detection — Chalapathy &amp; Chawla, 2019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Explores deep learning for detecting abnormal patterns.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Uses representation learning for anomaly detection.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n-lt"/>
              </a:rPr>
              <a:t>Application: Autoencoder-based equipment anomaly detection.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2796989" y="57036"/>
            <a:ext cx="939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3173507" y="57036"/>
            <a:ext cx="901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B89996-8CD4-D35E-30B4-3565633BA29D}"/>
              </a:ext>
            </a:extLst>
          </p:cNvPr>
          <p:cNvSpPr txBox="1"/>
          <p:nvPr/>
        </p:nvSpPr>
        <p:spPr>
          <a:xfrm>
            <a:off x="358589" y="1491751"/>
            <a:ext cx="115375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LSTM models are suitable for sequential degradation analysis and RUL prediction.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Anomaly Detection helps identify abnormal equipment </a:t>
            </a:r>
            <a:r>
              <a:rPr lang="en-IN" sz="2800" b="1" dirty="0" err="1"/>
              <a:t>behavior</a:t>
            </a:r>
            <a:r>
              <a:rPr lang="en-IN" sz="2800" b="1" dirty="0"/>
              <a:t> before major failures.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Agentic AI can coordinate multiple specialized agents, models and tools for intelligent decision-making.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Existing approaches often focus on individual prediction tasks such as fault classification or anomaly detection.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 Data Ingestion &amp; Validation</a:t>
            </a:r>
          </a:p>
          <a:p>
            <a:pPr lvl="0"/>
            <a:r>
              <a:rPr lang="en-IN" dirty="0"/>
              <a:t>Dataset loading , Data validation , Missing-value handling ,Data quality checks</a:t>
            </a:r>
          </a:p>
          <a:p>
            <a:pPr marL="0" indent="0">
              <a:buNone/>
            </a:pPr>
            <a:r>
              <a:rPr lang="en-IN" dirty="0"/>
              <a:t>2. Preprocessing &amp; Signal Processing</a:t>
            </a:r>
          </a:p>
          <a:p>
            <a:pPr lvl="0"/>
            <a:r>
              <a:rPr lang="en-IN" dirty="0"/>
              <a:t>Normalization ,Noise handling ,Signal segmentation ,FFT &amp; feature extraction</a:t>
            </a:r>
          </a:p>
          <a:p>
            <a:pPr marL="0" indent="0">
              <a:buNone/>
            </a:pPr>
            <a:r>
              <a:rPr lang="en-IN" dirty="0"/>
              <a:t>3. Exploratory Data Analysis</a:t>
            </a:r>
          </a:p>
          <a:p>
            <a:pPr lvl="0"/>
            <a:r>
              <a:rPr lang="en-IN" dirty="0"/>
              <a:t>Sensor analysis ,Correlation analysis ,Fault comparison ,Degradation trends 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3227295" y="57036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E8E7-602C-64D1-730D-DC9EDE53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549BC8-FFE3-4FEB-B9DD-E38C0BB4D2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4. RUL / Prognostics</a:t>
            </a:r>
          </a:p>
          <a:p>
            <a:pPr lvl="0"/>
            <a:r>
              <a:rPr lang="en-IN" dirty="0"/>
              <a:t>Degradation analysis ,LSTM , RUL prediction , Model evaluation , RUL prediction</a:t>
            </a:r>
          </a:p>
          <a:p>
            <a:pPr marL="0" indent="0">
              <a:buNone/>
            </a:pPr>
            <a:r>
              <a:rPr lang="en-IN" dirty="0"/>
              <a:t>5. Agentic AI</a:t>
            </a:r>
          </a:p>
          <a:p>
            <a:pPr lvl="0"/>
            <a:r>
              <a:rPr lang="en-IN" dirty="0"/>
              <a:t>Orchestrator Agent ,Data &amp; Health Agents  ,Anomaly &amp; Diagnosis Agents </a:t>
            </a:r>
          </a:p>
          <a:p>
            <a:pPr marL="0" indent="0">
              <a:buNone/>
            </a:pPr>
            <a:r>
              <a:rPr lang="en-IN" dirty="0"/>
              <a:t>6. Application &amp; Integration</a:t>
            </a:r>
          </a:p>
          <a:p>
            <a:pPr lvl="0"/>
            <a:r>
              <a:rPr lang="en-IN" dirty="0" err="1"/>
              <a:t>FastAPI</a:t>
            </a:r>
            <a:r>
              <a:rPr lang="en-IN" dirty="0"/>
              <a:t> backend  ,</a:t>
            </a:r>
            <a:r>
              <a:rPr lang="en-IN" dirty="0" err="1"/>
              <a:t>Streamlit</a:t>
            </a:r>
            <a:r>
              <a:rPr lang="en-IN" dirty="0"/>
              <a:t> dashboard  ,Database integration ,End-to-end testing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F5163-13F5-6F61-9A5E-1BB8E09282A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D643EA-B1BF-1850-43A7-4CE095FFF73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864066-C6AF-9100-2220-FC402CEC39D4}"/>
              </a:ext>
            </a:extLst>
          </p:cNvPr>
          <p:cNvSpPr txBox="1"/>
          <p:nvPr/>
        </p:nvSpPr>
        <p:spPr>
          <a:xfrm>
            <a:off x="3227295" y="57036"/>
            <a:ext cx="896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endParaRPr lang="en-US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56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557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Times New Roman</vt:lpstr>
      <vt:lpstr>Tinos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Aniket RajendraPatil</cp:lastModifiedBy>
  <cp:revision>13</cp:revision>
  <dcterms:created xsi:type="dcterms:W3CDTF">2024-05-13T10:33:11Z</dcterms:created>
  <dcterms:modified xsi:type="dcterms:W3CDTF">2026-09-07T06:31:43Z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